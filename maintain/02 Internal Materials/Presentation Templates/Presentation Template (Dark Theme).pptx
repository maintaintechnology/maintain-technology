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lbert Sans Bold" pitchFamily="2" charset="77"/>
      <p:regular r:id="rId18"/>
      <p:bold r:id="rId19"/>
      <p:italic r:id="rId20"/>
      <p:boldItalic r:id="rId21"/>
    </p:embeddedFont>
    <p:embeddedFont>
      <p:font typeface="Albert Sans Semi-Bold" pitchFamily="2" charset="77"/>
      <p:regular r:id="rId22"/>
      <p:bold r:id="rId23"/>
      <p:italic r:id="rId24"/>
      <p:bold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Vela Sans" pitchFamily="2" charset="0"/>
      <p:regular r:id="rId30"/>
    </p:embeddedFont>
    <p:embeddedFont>
      <p:font typeface="Vela Sans Bold" pitchFamily="2" charset="0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78" autoAdjust="0"/>
    <p:restoredTop sz="94708" autoAdjust="0"/>
  </p:normalViewPr>
  <p:slideViewPr>
    <p:cSldViewPr>
      <p:cViewPr>
        <p:scale>
          <a:sx n="96" d="100"/>
          <a:sy n="96" d="100"/>
        </p:scale>
        <p:origin x="7128" y="15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customXml" Target="../customXml/item3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81250" y="476250"/>
            <a:ext cx="2730500" cy="576818"/>
          </a:xfrm>
          <a:custGeom>
            <a:avLst/>
            <a:gdLst/>
            <a:ahLst/>
            <a:cxnLst/>
            <a:rect l="l" t="t" r="r" b="b"/>
            <a:pathLst>
              <a:path w="2730500" h="576818">
                <a:moveTo>
                  <a:pt x="0" y="0"/>
                </a:moveTo>
                <a:lnTo>
                  <a:pt x="2730500" y="0"/>
                </a:lnTo>
                <a:lnTo>
                  <a:pt x="2730500" y="576818"/>
                </a:lnTo>
                <a:lnTo>
                  <a:pt x="0" y="5768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250" y="1260475"/>
            <a:ext cx="1237089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0"/>
              </a:lnSpc>
              <a:spcBef>
                <a:spcPct val="0"/>
              </a:spcBef>
            </a:pPr>
            <a:r>
              <a:rPr lang="en-US" sz="7100" b="1" dirty="0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YOUR TITLE HERE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2657475"/>
            <a:ext cx="12370898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FFFFFF"/>
                </a:solidFill>
                <a:latin typeface="Albert Sans Semi-Bold"/>
                <a:ea typeface="Albert Sans Semi-Bold"/>
                <a:cs typeface="Albert Sans Semi-Bold"/>
                <a:sym typeface="Albert Sans Semi-Bold"/>
              </a:rPr>
              <a:t>Add a short description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50925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76250" y="9233932"/>
            <a:ext cx="2730500" cy="576818"/>
          </a:xfrm>
          <a:custGeom>
            <a:avLst/>
            <a:gdLst/>
            <a:ahLst/>
            <a:cxnLst/>
            <a:rect l="l" t="t" r="r" b="b"/>
            <a:pathLst>
              <a:path w="2730500" h="576818">
                <a:moveTo>
                  <a:pt x="0" y="0"/>
                </a:moveTo>
                <a:lnTo>
                  <a:pt x="2730500" y="0"/>
                </a:lnTo>
                <a:lnTo>
                  <a:pt x="2730500" y="576818"/>
                </a:lnTo>
                <a:lnTo>
                  <a:pt x="0" y="5768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250" y="1260475"/>
            <a:ext cx="1237089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0"/>
              </a:lnSpc>
              <a:spcBef>
                <a:spcPct val="0"/>
              </a:spcBef>
            </a:pPr>
            <a:r>
              <a:rPr lang="en-US" sz="71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YOUR TITLE HERE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2657475"/>
            <a:ext cx="12370898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Albert Sans Semi-Bold"/>
                <a:ea typeface="Albert Sans Semi-Bold"/>
                <a:cs typeface="Albert Sans Semi-Bold"/>
                <a:sym typeface="Albert Sans Semi-Bold"/>
              </a:rPr>
              <a:t>Add a short description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10509250" y="0"/>
            <a:ext cx="7778750" cy="10287000"/>
          </a:xfrm>
          <a:custGeom>
            <a:avLst/>
            <a:gdLst/>
            <a:ahLst/>
            <a:cxnLst/>
            <a:rect l="l" t="t" r="r" b="b"/>
            <a:pathLst>
              <a:path w="7778750" h="10287000">
                <a:moveTo>
                  <a:pt x="0" y="0"/>
                </a:moveTo>
                <a:lnTo>
                  <a:pt x="7778750" y="0"/>
                </a:lnTo>
                <a:lnTo>
                  <a:pt x="7778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972" r="-41755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81250" y="9233932"/>
            <a:ext cx="2730500" cy="576818"/>
          </a:xfrm>
          <a:custGeom>
            <a:avLst/>
            <a:gdLst/>
            <a:ahLst/>
            <a:cxnLst/>
            <a:rect l="l" t="t" r="r" b="b"/>
            <a:pathLst>
              <a:path w="2730500" h="576818">
                <a:moveTo>
                  <a:pt x="0" y="0"/>
                </a:moveTo>
                <a:lnTo>
                  <a:pt x="2730500" y="0"/>
                </a:lnTo>
                <a:lnTo>
                  <a:pt x="2730500" y="576818"/>
                </a:lnTo>
                <a:lnTo>
                  <a:pt x="0" y="5768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250" y="1260475"/>
            <a:ext cx="1237089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0"/>
              </a:lnSpc>
              <a:spcBef>
                <a:spcPct val="0"/>
              </a:spcBef>
            </a:pPr>
            <a:r>
              <a:rPr lang="en-US" sz="71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YOUR TITLE HERE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2657475"/>
            <a:ext cx="12370898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Albert Sans Semi-Bold"/>
                <a:ea typeface="Albert Sans Semi-Bold"/>
                <a:cs typeface="Albert Sans Semi-Bold"/>
                <a:sym typeface="Albert Sans Semi-Bold"/>
              </a:rPr>
              <a:t>Add a short 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76250" y="9805988"/>
            <a:ext cx="6492240" cy="0"/>
          </a:xfrm>
          <a:prstGeom prst="line">
            <a:avLst/>
          </a:prstGeom>
          <a:ln w="9525" cap="flat">
            <a:solidFill>
              <a:srgbClr val="51676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250" y="476250"/>
            <a:ext cx="17124265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SECTION</a:t>
            </a:r>
          </a:p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sz="72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HEADER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-23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b="-1851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250" y="476250"/>
            <a:ext cx="17124265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SECTION</a:t>
            </a:r>
          </a:p>
          <a:p>
            <a:pPr algn="l">
              <a:lnSpc>
                <a:spcPts val="8640"/>
              </a:lnSpc>
              <a:spcBef>
                <a:spcPct val="0"/>
              </a:spcBef>
            </a:pPr>
            <a:r>
              <a:rPr lang="en-US" sz="72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HEADER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699750" y="476250"/>
            <a:ext cx="7112000" cy="9334500"/>
          </a:xfrm>
          <a:custGeom>
            <a:avLst/>
            <a:gdLst/>
            <a:ahLst/>
            <a:cxnLst/>
            <a:rect l="l" t="t" r="r" b="b"/>
            <a:pathLst>
              <a:path w="7112000" h="9334500">
                <a:moveTo>
                  <a:pt x="0" y="0"/>
                </a:moveTo>
                <a:lnTo>
                  <a:pt x="7112000" y="0"/>
                </a:lnTo>
                <a:lnTo>
                  <a:pt x="7112000" y="9334500"/>
                </a:lnTo>
                <a:lnTo>
                  <a:pt x="0" y="933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4931" r="-4230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250" y="466725"/>
            <a:ext cx="9811083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</a:t>
            </a:r>
          </a:p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OR IDEA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4746625"/>
            <a:ext cx="9435461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6250" y="5692775"/>
            <a:ext cx="943546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 want to discuss.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99750" y="476250"/>
            <a:ext cx="7112000" cy="9334500"/>
          </a:xfrm>
          <a:custGeom>
            <a:avLst/>
            <a:gdLst/>
            <a:ahLst/>
            <a:cxnLst/>
            <a:rect l="l" t="t" r="r" b="b"/>
            <a:pathLst>
              <a:path w="7112000" h="9334500">
                <a:moveTo>
                  <a:pt x="0" y="0"/>
                </a:moveTo>
                <a:lnTo>
                  <a:pt x="7112000" y="0"/>
                </a:lnTo>
                <a:lnTo>
                  <a:pt x="7112000" y="9334500"/>
                </a:lnTo>
                <a:lnTo>
                  <a:pt x="0" y="9334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931" r="-4230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6250" y="466725"/>
            <a:ext cx="9811083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</a:t>
            </a:r>
          </a:p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OR IDEA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250" y="4746625"/>
            <a:ext cx="9435461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5692775"/>
            <a:ext cx="943546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 want to discuss.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6250" y="7589159"/>
            <a:ext cx="1003300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 want to discuss.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250" y="466725"/>
            <a:ext cx="100330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6481084"/>
            <a:ext cx="952197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  <a:spcBef>
                <a:spcPct val="0"/>
              </a:spcBef>
            </a:pPr>
            <a:r>
              <a:rPr lang="en-US" sz="48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250" y="7589159"/>
            <a:ext cx="1003300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 want to discuss.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6250" y="466725"/>
            <a:ext cx="100330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250" y="6481084"/>
            <a:ext cx="952197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  <a:spcBef>
                <a:spcPct val="0"/>
              </a:spcBef>
            </a:pPr>
            <a:r>
              <a:rPr lang="en-US" sz="48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3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t="-17650" b="-101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6250" y="7589159"/>
            <a:ext cx="1003300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 want to discuss.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250" y="466725"/>
            <a:ext cx="100330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6481084"/>
            <a:ext cx="952197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  <a:spcBef>
                <a:spcPct val="0"/>
              </a:spcBef>
            </a:pPr>
            <a:r>
              <a:rPr lang="en-US" sz="48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76250" y="9805988"/>
            <a:ext cx="6492240" cy="0"/>
          </a:xfrm>
          <a:prstGeom prst="line">
            <a:avLst/>
          </a:prstGeom>
          <a:ln w="9525" cap="flat">
            <a:solidFill>
              <a:srgbClr val="51676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250" y="6258202"/>
            <a:ext cx="7112000" cy="2327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7" lvl="1" indent="-259078" algn="l">
              <a:lnSpc>
                <a:spcPts val="4799"/>
              </a:lnSpc>
              <a:buFont typeface="Arial"/>
              <a:buChar char="•"/>
            </a:pPr>
            <a:r>
              <a:rPr lang="en-US" sz="2399" b="1">
                <a:solidFill>
                  <a:srgbClr val="FFFFFF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  <a:p>
            <a:pPr marL="518157" lvl="1" indent="-259078" algn="l">
              <a:lnSpc>
                <a:spcPts val="4799"/>
              </a:lnSpc>
              <a:buFont typeface="Arial"/>
              <a:buChar char="•"/>
            </a:pPr>
            <a:r>
              <a:rPr lang="en-US" sz="2399" b="1">
                <a:solidFill>
                  <a:srgbClr val="FFFFFF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  <a:p>
            <a:pPr marL="518157" lvl="1" indent="-259078" algn="l">
              <a:lnSpc>
                <a:spcPts val="4799"/>
              </a:lnSpc>
              <a:buFont typeface="Arial"/>
              <a:buChar char="•"/>
            </a:pPr>
            <a:r>
              <a:rPr lang="en-US" sz="2399" b="1">
                <a:solidFill>
                  <a:srgbClr val="FFFFFF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  <a:p>
            <a:pPr marL="518157" lvl="1" indent="-259078" algn="l">
              <a:lnSpc>
                <a:spcPts val="4799"/>
              </a:lnSpc>
              <a:buFont typeface="Arial"/>
              <a:buChar char="•"/>
            </a:pPr>
            <a:r>
              <a:rPr lang="en-US" sz="2399" b="1">
                <a:solidFill>
                  <a:srgbClr val="FFFFFF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466725"/>
            <a:ext cx="1224208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6250" y="3451225"/>
            <a:ext cx="8572500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6250" y="4324224"/>
            <a:ext cx="829245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CDD3D5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 want to discuss.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3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9277" b="-92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6250" y="466725"/>
            <a:ext cx="100330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250" y="2997200"/>
            <a:ext cx="952197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  <a:spcBef>
                <a:spcPct val="0"/>
              </a:spcBef>
            </a:pPr>
            <a:r>
              <a:rPr lang="en-US" sz="48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76250" y="5048250"/>
            <a:ext cx="5201460" cy="1254137"/>
            <a:chOff x="0" y="0"/>
            <a:chExt cx="6935280" cy="16721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36600" cy="736600"/>
            </a:xfrm>
            <a:custGeom>
              <a:avLst/>
              <a:gdLst/>
              <a:ahLst/>
              <a:cxnLst/>
              <a:rect l="l" t="t" r="r" b="b"/>
              <a:pathLst>
                <a:path w="736600" h="736600">
                  <a:moveTo>
                    <a:pt x="0" y="0"/>
                  </a:moveTo>
                  <a:lnTo>
                    <a:pt x="736600" y="0"/>
                  </a:lnTo>
                  <a:lnTo>
                    <a:pt x="736600" y="736600"/>
                  </a:lnTo>
                  <a:lnTo>
                    <a:pt x="0" y="73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886613" y="91440"/>
              <a:ext cx="6048666" cy="5156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Vela Sans Bold"/>
                  <a:ea typeface="Vela Sans Bold"/>
                  <a:cs typeface="Vela Sans Bold"/>
                  <a:sym typeface="Vela Sans Bold"/>
                </a:rPr>
                <a:t>Add a main point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6613" y="866368"/>
              <a:ext cx="6048666" cy="805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CDD3D5"/>
                  </a:solidFill>
                  <a:latin typeface="Vela Sans"/>
                  <a:ea typeface="Vela Sans"/>
                  <a:cs typeface="Vela Sans"/>
                  <a:sym typeface="Vela Sans"/>
                </a:rPr>
                <a:t>Briefly elaborate on what you</a:t>
              </a: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CDD3D5"/>
                  </a:solidFill>
                  <a:latin typeface="Vela Sans"/>
                  <a:ea typeface="Vela Sans"/>
                  <a:cs typeface="Vela Sans"/>
                  <a:sym typeface="Vela Sans"/>
                </a:rPr>
                <a:t>want to discuss.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27750" y="5048250"/>
            <a:ext cx="5201460" cy="1254137"/>
            <a:chOff x="0" y="0"/>
            <a:chExt cx="6935280" cy="16721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6600" cy="736600"/>
            </a:xfrm>
            <a:custGeom>
              <a:avLst/>
              <a:gdLst/>
              <a:ahLst/>
              <a:cxnLst/>
              <a:rect l="l" t="t" r="r" b="b"/>
              <a:pathLst>
                <a:path w="736600" h="736600">
                  <a:moveTo>
                    <a:pt x="0" y="0"/>
                  </a:moveTo>
                  <a:lnTo>
                    <a:pt x="736600" y="0"/>
                  </a:lnTo>
                  <a:lnTo>
                    <a:pt x="736600" y="736600"/>
                  </a:lnTo>
                  <a:lnTo>
                    <a:pt x="0" y="73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886613" y="91440"/>
              <a:ext cx="6048666" cy="5156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Vela Sans Bold"/>
                  <a:ea typeface="Vela Sans Bold"/>
                  <a:cs typeface="Vela Sans Bold"/>
                  <a:sym typeface="Vela Sans Bold"/>
                </a:rPr>
                <a:t>Add a main point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6613" y="866368"/>
              <a:ext cx="6048666" cy="805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CDD3D5"/>
                  </a:solidFill>
                  <a:latin typeface="Vela Sans"/>
                  <a:ea typeface="Vela Sans"/>
                  <a:cs typeface="Vela Sans"/>
                  <a:sym typeface="Vela Sans"/>
                </a:rPr>
                <a:t>Briefly elaborate on what you</a:t>
              </a: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CDD3D5"/>
                  </a:solidFill>
                  <a:latin typeface="Vela Sans"/>
                  <a:ea typeface="Vela Sans"/>
                  <a:cs typeface="Vela Sans"/>
                  <a:sym typeface="Vela Sans"/>
                </a:rPr>
                <a:t>want to discuss.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6635750"/>
            <a:ext cx="5201460" cy="1254137"/>
            <a:chOff x="0" y="0"/>
            <a:chExt cx="6935280" cy="167218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6600" cy="736600"/>
            </a:xfrm>
            <a:custGeom>
              <a:avLst/>
              <a:gdLst/>
              <a:ahLst/>
              <a:cxnLst/>
              <a:rect l="l" t="t" r="r" b="b"/>
              <a:pathLst>
                <a:path w="736600" h="736600">
                  <a:moveTo>
                    <a:pt x="0" y="0"/>
                  </a:moveTo>
                  <a:lnTo>
                    <a:pt x="736600" y="0"/>
                  </a:lnTo>
                  <a:lnTo>
                    <a:pt x="736600" y="736600"/>
                  </a:lnTo>
                  <a:lnTo>
                    <a:pt x="0" y="73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886613" y="91440"/>
              <a:ext cx="6048666" cy="5156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Vela Sans Bold"/>
                  <a:ea typeface="Vela Sans Bold"/>
                  <a:cs typeface="Vela Sans Bold"/>
                  <a:sym typeface="Vela Sans Bold"/>
                </a:rPr>
                <a:t>Add a main point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6613" y="866368"/>
              <a:ext cx="6048666" cy="805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CDD3D5"/>
                  </a:solidFill>
                  <a:latin typeface="Vela Sans"/>
                  <a:ea typeface="Vela Sans"/>
                  <a:cs typeface="Vela Sans"/>
                  <a:sym typeface="Vela Sans"/>
                </a:rPr>
                <a:t>Briefly elaborate on what you</a:t>
              </a: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CDD3D5"/>
                  </a:solidFill>
                  <a:latin typeface="Vela Sans"/>
                  <a:ea typeface="Vela Sans"/>
                  <a:cs typeface="Vela Sans"/>
                  <a:sym typeface="Vela Sans"/>
                </a:rPr>
                <a:t>want to discuss.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127750" y="6635750"/>
            <a:ext cx="5201460" cy="1254137"/>
            <a:chOff x="0" y="0"/>
            <a:chExt cx="6935280" cy="167218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36600" cy="736600"/>
            </a:xfrm>
            <a:custGeom>
              <a:avLst/>
              <a:gdLst/>
              <a:ahLst/>
              <a:cxnLst/>
              <a:rect l="l" t="t" r="r" b="b"/>
              <a:pathLst>
                <a:path w="736600" h="736600">
                  <a:moveTo>
                    <a:pt x="0" y="0"/>
                  </a:moveTo>
                  <a:lnTo>
                    <a:pt x="736600" y="0"/>
                  </a:lnTo>
                  <a:lnTo>
                    <a:pt x="736600" y="736600"/>
                  </a:lnTo>
                  <a:lnTo>
                    <a:pt x="0" y="73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886613" y="91440"/>
              <a:ext cx="6048666" cy="5156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Vela Sans Bold"/>
                  <a:ea typeface="Vela Sans Bold"/>
                  <a:cs typeface="Vela Sans Bold"/>
                  <a:sym typeface="Vela Sans Bold"/>
                </a:rPr>
                <a:t>Add a main point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613" y="866368"/>
              <a:ext cx="6048666" cy="805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CDD3D5"/>
                  </a:solidFill>
                  <a:latin typeface="Vela Sans"/>
                  <a:ea typeface="Vela Sans"/>
                  <a:cs typeface="Vela Sans"/>
                  <a:sym typeface="Vela Sans"/>
                </a:rPr>
                <a:t>Briefly elaborate on what you</a:t>
              </a: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CDD3D5"/>
                  </a:solidFill>
                  <a:latin typeface="Vela Sans"/>
                  <a:ea typeface="Vela Sans"/>
                  <a:cs typeface="Vela Sans"/>
                  <a:sym typeface="Vela Sans"/>
                </a:rPr>
                <a:t>want to discuss. 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127750" y="8223250"/>
            <a:ext cx="5201460" cy="1254137"/>
            <a:chOff x="0" y="0"/>
            <a:chExt cx="6935280" cy="167218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36600" cy="736600"/>
            </a:xfrm>
            <a:custGeom>
              <a:avLst/>
              <a:gdLst/>
              <a:ahLst/>
              <a:cxnLst/>
              <a:rect l="l" t="t" r="r" b="b"/>
              <a:pathLst>
                <a:path w="736600" h="736600">
                  <a:moveTo>
                    <a:pt x="0" y="0"/>
                  </a:moveTo>
                  <a:lnTo>
                    <a:pt x="736600" y="0"/>
                  </a:lnTo>
                  <a:lnTo>
                    <a:pt x="736600" y="736600"/>
                  </a:lnTo>
                  <a:lnTo>
                    <a:pt x="0" y="73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886613" y="91440"/>
              <a:ext cx="6048666" cy="5156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Vela Sans Bold"/>
                  <a:ea typeface="Vela Sans Bold"/>
                  <a:cs typeface="Vela Sans Bold"/>
                  <a:sym typeface="Vela Sans Bold"/>
                </a:rPr>
                <a:t>Add a main point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6613" y="866368"/>
              <a:ext cx="6048666" cy="805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CDD3D5"/>
                  </a:solidFill>
                  <a:latin typeface="Vela Sans"/>
                  <a:ea typeface="Vela Sans"/>
                  <a:cs typeface="Vela Sans"/>
                  <a:sym typeface="Vela Sans"/>
                </a:rPr>
                <a:t>Briefly elaborate on what you</a:t>
              </a: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CDD3D5"/>
                  </a:solidFill>
                  <a:latin typeface="Vela Sans"/>
                  <a:ea typeface="Vela Sans"/>
                  <a:cs typeface="Vela Sans"/>
                  <a:sym typeface="Vela Sans"/>
                </a:rPr>
                <a:t>want to discuss. 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76250" y="8223250"/>
            <a:ext cx="5201460" cy="1254137"/>
            <a:chOff x="0" y="0"/>
            <a:chExt cx="6935280" cy="167218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36600" cy="736600"/>
            </a:xfrm>
            <a:custGeom>
              <a:avLst/>
              <a:gdLst/>
              <a:ahLst/>
              <a:cxnLst/>
              <a:rect l="l" t="t" r="r" b="b"/>
              <a:pathLst>
                <a:path w="736600" h="736600">
                  <a:moveTo>
                    <a:pt x="0" y="0"/>
                  </a:moveTo>
                  <a:lnTo>
                    <a:pt x="736600" y="0"/>
                  </a:lnTo>
                  <a:lnTo>
                    <a:pt x="736600" y="736600"/>
                  </a:lnTo>
                  <a:lnTo>
                    <a:pt x="0" y="73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886613" y="91440"/>
              <a:ext cx="6048666" cy="5156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 b="1">
                  <a:solidFill>
                    <a:srgbClr val="FFFFFF"/>
                  </a:solidFill>
                  <a:latin typeface="Vela Sans Bold"/>
                  <a:ea typeface="Vela Sans Bold"/>
                  <a:cs typeface="Vela Sans Bold"/>
                  <a:sym typeface="Vela Sans Bold"/>
                </a:rPr>
                <a:t>Add a main point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6613" y="866368"/>
              <a:ext cx="6048666" cy="805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CDD3D5"/>
                  </a:solidFill>
                  <a:latin typeface="Vela Sans"/>
                  <a:ea typeface="Vela Sans"/>
                  <a:cs typeface="Vela Sans"/>
                  <a:sym typeface="Vela Sans"/>
                </a:rPr>
                <a:t>Briefly elaborate on what you</a:t>
              </a:r>
            </a:p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CDD3D5"/>
                  </a:solidFill>
                  <a:latin typeface="Vela Sans"/>
                  <a:ea typeface="Vela Sans"/>
                  <a:cs typeface="Vela Sans"/>
                  <a:sym typeface="Vela Sans"/>
                </a:rPr>
                <a:t>want to discuss. 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3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t="-9151" b="-915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6250" y="3095625"/>
            <a:ext cx="17114178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CDD3D5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CDD3D5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250" y="466725"/>
            <a:ext cx="100330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250" y="2063750"/>
            <a:ext cx="1624248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  <a:spcBef>
                <a:spcPct val="0"/>
              </a:spcBef>
            </a:pPr>
            <a:r>
              <a:rPr lang="en-US" sz="48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90712"/>
            <a:ext cx="1028217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7" name="Freeform 7"/>
          <p:cNvSpPr/>
          <p:nvPr/>
        </p:nvSpPr>
        <p:spPr>
          <a:xfrm>
            <a:off x="476250" y="6164113"/>
            <a:ext cx="372988" cy="287540"/>
          </a:xfrm>
          <a:custGeom>
            <a:avLst/>
            <a:gdLst/>
            <a:ahLst/>
            <a:cxnLst/>
            <a:rect l="l" t="t" r="r" b="b"/>
            <a:pathLst>
              <a:path w="372988" h="287540">
                <a:moveTo>
                  <a:pt x="0" y="0"/>
                </a:moveTo>
                <a:lnTo>
                  <a:pt x="372988" y="0"/>
                </a:lnTo>
                <a:lnTo>
                  <a:pt x="372988" y="287539"/>
                </a:lnTo>
                <a:lnTo>
                  <a:pt x="0" y="2875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7330414"/>
            <a:ext cx="1028217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9" name="Freeform 9"/>
          <p:cNvSpPr/>
          <p:nvPr/>
        </p:nvSpPr>
        <p:spPr>
          <a:xfrm>
            <a:off x="476250" y="7403814"/>
            <a:ext cx="372988" cy="287540"/>
          </a:xfrm>
          <a:custGeom>
            <a:avLst/>
            <a:gdLst/>
            <a:ahLst/>
            <a:cxnLst/>
            <a:rect l="l" t="t" r="r" b="b"/>
            <a:pathLst>
              <a:path w="372988" h="287540">
                <a:moveTo>
                  <a:pt x="0" y="0"/>
                </a:moveTo>
                <a:lnTo>
                  <a:pt x="372988" y="0"/>
                </a:lnTo>
                <a:lnTo>
                  <a:pt x="372988" y="287540"/>
                </a:lnTo>
                <a:lnTo>
                  <a:pt x="0" y="287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8570116"/>
            <a:ext cx="1028217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476250" y="8643516"/>
            <a:ext cx="372988" cy="287540"/>
          </a:xfrm>
          <a:custGeom>
            <a:avLst/>
            <a:gdLst/>
            <a:ahLst/>
            <a:cxnLst/>
            <a:rect l="l" t="t" r="r" b="b"/>
            <a:pathLst>
              <a:path w="372988" h="287540">
                <a:moveTo>
                  <a:pt x="0" y="0"/>
                </a:moveTo>
                <a:lnTo>
                  <a:pt x="372988" y="0"/>
                </a:lnTo>
                <a:lnTo>
                  <a:pt x="372988" y="287540"/>
                </a:lnTo>
                <a:lnTo>
                  <a:pt x="0" y="287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6710563"/>
            <a:ext cx="1028217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13" name="Freeform 13"/>
          <p:cNvSpPr/>
          <p:nvPr/>
        </p:nvSpPr>
        <p:spPr>
          <a:xfrm>
            <a:off x="476250" y="6783964"/>
            <a:ext cx="372988" cy="287540"/>
          </a:xfrm>
          <a:custGeom>
            <a:avLst/>
            <a:gdLst/>
            <a:ahLst/>
            <a:cxnLst/>
            <a:rect l="l" t="t" r="r" b="b"/>
            <a:pathLst>
              <a:path w="372988" h="287540">
                <a:moveTo>
                  <a:pt x="0" y="0"/>
                </a:moveTo>
                <a:lnTo>
                  <a:pt x="372988" y="0"/>
                </a:lnTo>
                <a:lnTo>
                  <a:pt x="372988" y="287539"/>
                </a:lnTo>
                <a:lnTo>
                  <a:pt x="0" y="2875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7950265"/>
            <a:ext cx="1028217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15" name="Freeform 15"/>
          <p:cNvSpPr/>
          <p:nvPr/>
        </p:nvSpPr>
        <p:spPr>
          <a:xfrm>
            <a:off x="476250" y="8023665"/>
            <a:ext cx="372988" cy="287540"/>
          </a:xfrm>
          <a:custGeom>
            <a:avLst/>
            <a:gdLst/>
            <a:ahLst/>
            <a:cxnLst/>
            <a:rect l="l" t="t" r="r" b="b"/>
            <a:pathLst>
              <a:path w="372988" h="287540">
                <a:moveTo>
                  <a:pt x="0" y="0"/>
                </a:moveTo>
                <a:lnTo>
                  <a:pt x="372988" y="0"/>
                </a:lnTo>
                <a:lnTo>
                  <a:pt x="372988" y="287540"/>
                </a:lnTo>
                <a:lnTo>
                  <a:pt x="0" y="287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8700" y="9189967"/>
            <a:ext cx="1028217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17" name="Freeform 17"/>
          <p:cNvSpPr/>
          <p:nvPr/>
        </p:nvSpPr>
        <p:spPr>
          <a:xfrm>
            <a:off x="476250" y="9263367"/>
            <a:ext cx="372988" cy="287540"/>
          </a:xfrm>
          <a:custGeom>
            <a:avLst/>
            <a:gdLst/>
            <a:ahLst/>
            <a:cxnLst/>
            <a:rect l="l" t="t" r="r" b="b"/>
            <a:pathLst>
              <a:path w="372988" h="287540">
                <a:moveTo>
                  <a:pt x="0" y="0"/>
                </a:moveTo>
                <a:lnTo>
                  <a:pt x="372988" y="0"/>
                </a:lnTo>
                <a:lnTo>
                  <a:pt x="372988" y="287540"/>
                </a:lnTo>
                <a:lnTo>
                  <a:pt x="0" y="287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77121" y="5472597"/>
            <a:ext cx="533355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7121" y="5803900"/>
            <a:ext cx="533355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77222" y="5803900"/>
            <a:ext cx="533355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77528" y="5803900"/>
            <a:ext cx="533355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FFFFFF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7121" y="6358127"/>
            <a:ext cx="5333556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222" y="6358127"/>
            <a:ext cx="5333556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77528" y="6358127"/>
            <a:ext cx="5333556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27500" y="466725"/>
            <a:ext cx="100330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2544" y="1873250"/>
            <a:ext cx="1526291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06750" y="2638425"/>
            <a:ext cx="1187450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CDD3D5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CDD3D5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272D">
                <a:alpha val="100000"/>
              </a:srgbClr>
            </a:gs>
            <a:gs pos="100000">
              <a:srgbClr val="68788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6250" y="1873250"/>
            <a:ext cx="5461000" cy="7937500"/>
            <a:chOff x="0" y="0"/>
            <a:chExt cx="1438288" cy="20905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8288" cy="2090535"/>
            </a:xfrm>
            <a:custGeom>
              <a:avLst/>
              <a:gdLst/>
              <a:ahLst/>
              <a:cxnLst/>
              <a:rect l="l" t="t" r="r" b="b"/>
              <a:pathLst>
                <a:path w="1438288" h="2090535">
                  <a:moveTo>
                    <a:pt x="17012" y="0"/>
                  </a:moveTo>
                  <a:lnTo>
                    <a:pt x="1421276" y="0"/>
                  </a:lnTo>
                  <a:cubicBezTo>
                    <a:pt x="1425788" y="0"/>
                    <a:pt x="1430115" y="1792"/>
                    <a:pt x="1433305" y="4983"/>
                  </a:cubicBezTo>
                  <a:cubicBezTo>
                    <a:pt x="1436496" y="8173"/>
                    <a:pt x="1438288" y="12500"/>
                    <a:pt x="1438288" y="17012"/>
                  </a:cubicBezTo>
                  <a:lnTo>
                    <a:pt x="1438288" y="2073523"/>
                  </a:lnTo>
                  <a:cubicBezTo>
                    <a:pt x="1438288" y="2078035"/>
                    <a:pt x="1436496" y="2082362"/>
                    <a:pt x="1433305" y="2085552"/>
                  </a:cubicBezTo>
                  <a:cubicBezTo>
                    <a:pt x="1430115" y="2088743"/>
                    <a:pt x="1425788" y="2090535"/>
                    <a:pt x="1421276" y="2090535"/>
                  </a:cubicBezTo>
                  <a:lnTo>
                    <a:pt x="17012" y="2090535"/>
                  </a:lnTo>
                  <a:cubicBezTo>
                    <a:pt x="12500" y="2090535"/>
                    <a:pt x="8173" y="2088743"/>
                    <a:pt x="4983" y="2085552"/>
                  </a:cubicBezTo>
                  <a:cubicBezTo>
                    <a:pt x="1792" y="2082362"/>
                    <a:pt x="0" y="2078035"/>
                    <a:pt x="0" y="2073523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07272D">
                <a:alpha val="69804"/>
              </a:srgbClr>
            </a:solidFill>
            <a:ln w="19050" cap="sq">
              <a:solidFill>
                <a:srgbClr val="51676C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438288" cy="2100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13500" y="1873250"/>
            <a:ext cx="5461000" cy="7937500"/>
            <a:chOff x="0" y="0"/>
            <a:chExt cx="1438288" cy="20905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8288" cy="2090535"/>
            </a:xfrm>
            <a:custGeom>
              <a:avLst/>
              <a:gdLst/>
              <a:ahLst/>
              <a:cxnLst/>
              <a:rect l="l" t="t" r="r" b="b"/>
              <a:pathLst>
                <a:path w="1438288" h="2090535">
                  <a:moveTo>
                    <a:pt x="17012" y="0"/>
                  </a:moveTo>
                  <a:lnTo>
                    <a:pt x="1421276" y="0"/>
                  </a:lnTo>
                  <a:cubicBezTo>
                    <a:pt x="1425788" y="0"/>
                    <a:pt x="1430115" y="1792"/>
                    <a:pt x="1433305" y="4983"/>
                  </a:cubicBezTo>
                  <a:cubicBezTo>
                    <a:pt x="1436496" y="8173"/>
                    <a:pt x="1438288" y="12500"/>
                    <a:pt x="1438288" y="17012"/>
                  </a:cubicBezTo>
                  <a:lnTo>
                    <a:pt x="1438288" y="2073523"/>
                  </a:lnTo>
                  <a:cubicBezTo>
                    <a:pt x="1438288" y="2078035"/>
                    <a:pt x="1436496" y="2082362"/>
                    <a:pt x="1433305" y="2085552"/>
                  </a:cubicBezTo>
                  <a:cubicBezTo>
                    <a:pt x="1430115" y="2088743"/>
                    <a:pt x="1425788" y="2090535"/>
                    <a:pt x="1421276" y="2090535"/>
                  </a:cubicBezTo>
                  <a:lnTo>
                    <a:pt x="17012" y="2090535"/>
                  </a:lnTo>
                  <a:cubicBezTo>
                    <a:pt x="12500" y="2090535"/>
                    <a:pt x="8173" y="2088743"/>
                    <a:pt x="4983" y="2085552"/>
                  </a:cubicBezTo>
                  <a:cubicBezTo>
                    <a:pt x="1792" y="2082362"/>
                    <a:pt x="0" y="2078035"/>
                    <a:pt x="0" y="2073523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07272D">
                <a:alpha val="69804"/>
              </a:srgbClr>
            </a:solidFill>
            <a:ln w="19050" cap="sq">
              <a:solidFill>
                <a:srgbClr val="51676C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438288" cy="2100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50750" y="1873250"/>
            <a:ext cx="5461000" cy="7937500"/>
            <a:chOff x="0" y="0"/>
            <a:chExt cx="1438288" cy="20905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8288" cy="2090535"/>
            </a:xfrm>
            <a:custGeom>
              <a:avLst/>
              <a:gdLst/>
              <a:ahLst/>
              <a:cxnLst/>
              <a:rect l="l" t="t" r="r" b="b"/>
              <a:pathLst>
                <a:path w="1438288" h="2090535">
                  <a:moveTo>
                    <a:pt x="17012" y="0"/>
                  </a:moveTo>
                  <a:lnTo>
                    <a:pt x="1421276" y="0"/>
                  </a:lnTo>
                  <a:cubicBezTo>
                    <a:pt x="1425788" y="0"/>
                    <a:pt x="1430115" y="1792"/>
                    <a:pt x="1433305" y="4983"/>
                  </a:cubicBezTo>
                  <a:cubicBezTo>
                    <a:pt x="1436496" y="8173"/>
                    <a:pt x="1438288" y="12500"/>
                    <a:pt x="1438288" y="17012"/>
                  </a:cubicBezTo>
                  <a:lnTo>
                    <a:pt x="1438288" y="2073523"/>
                  </a:lnTo>
                  <a:cubicBezTo>
                    <a:pt x="1438288" y="2078035"/>
                    <a:pt x="1436496" y="2082362"/>
                    <a:pt x="1433305" y="2085552"/>
                  </a:cubicBezTo>
                  <a:cubicBezTo>
                    <a:pt x="1430115" y="2088743"/>
                    <a:pt x="1425788" y="2090535"/>
                    <a:pt x="1421276" y="2090535"/>
                  </a:cubicBezTo>
                  <a:lnTo>
                    <a:pt x="17012" y="2090535"/>
                  </a:lnTo>
                  <a:cubicBezTo>
                    <a:pt x="12500" y="2090535"/>
                    <a:pt x="8173" y="2088743"/>
                    <a:pt x="4983" y="2085552"/>
                  </a:cubicBezTo>
                  <a:cubicBezTo>
                    <a:pt x="1792" y="2082362"/>
                    <a:pt x="0" y="2078035"/>
                    <a:pt x="0" y="2073523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07272D">
                <a:alpha val="69804"/>
              </a:srgbClr>
            </a:solidFill>
            <a:ln w="19050" cap="sq">
              <a:solidFill>
                <a:srgbClr val="51676C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438288" cy="2100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9751" y="2167006"/>
            <a:ext cx="1792297" cy="540639"/>
            <a:chOff x="0" y="0"/>
            <a:chExt cx="472045" cy="1423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2045" cy="142391"/>
            </a:xfrm>
            <a:custGeom>
              <a:avLst/>
              <a:gdLst/>
              <a:ahLst/>
              <a:cxnLst/>
              <a:rect l="l" t="t" r="r" b="b"/>
              <a:pathLst>
                <a:path w="472045" h="142391">
                  <a:moveTo>
                    <a:pt x="71195" y="0"/>
                  </a:moveTo>
                  <a:lnTo>
                    <a:pt x="400850" y="0"/>
                  </a:lnTo>
                  <a:cubicBezTo>
                    <a:pt x="440170" y="0"/>
                    <a:pt x="472045" y="31875"/>
                    <a:pt x="472045" y="71195"/>
                  </a:cubicBezTo>
                  <a:lnTo>
                    <a:pt x="472045" y="71195"/>
                  </a:lnTo>
                  <a:cubicBezTo>
                    <a:pt x="472045" y="110515"/>
                    <a:pt x="440170" y="142391"/>
                    <a:pt x="400850" y="142391"/>
                  </a:cubicBezTo>
                  <a:lnTo>
                    <a:pt x="71195" y="142391"/>
                  </a:lnTo>
                  <a:cubicBezTo>
                    <a:pt x="31875" y="142391"/>
                    <a:pt x="0" y="110515"/>
                    <a:pt x="0" y="71195"/>
                  </a:cubicBezTo>
                  <a:lnTo>
                    <a:pt x="0" y="71195"/>
                  </a:lnTo>
                  <a:cubicBezTo>
                    <a:pt x="0" y="31875"/>
                    <a:pt x="31875" y="0"/>
                    <a:pt x="71195" y="0"/>
                  </a:cubicBezTo>
                  <a:close/>
                </a:path>
              </a:pathLst>
            </a:custGeom>
            <a:solidFill>
              <a:srgbClr val="FF5F00"/>
            </a:solidFill>
            <a:ln w="19050" cap="rnd">
              <a:solidFill>
                <a:srgbClr val="FF8F4C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72045" cy="151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lbert Sans Bold"/>
                  <a:ea typeface="Albert Sans Bold"/>
                  <a:cs typeface="Albert Sans Bold"/>
                  <a:sym typeface="Albert Sans Bold"/>
                </a:rPr>
                <a:t>POINT 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77001" y="2167006"/>
            <a:ext cx="1792297" cy="540639"/>
            <a:chOff x="0" y="0"/>
            <a:chExt cx="472045" cy="14239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2045" cy="142391"/>
            </a:xfrm>
            <a:custGeom>
              <a:avLst/>
              <a:gdLst/>
              <a:ahLst/>
              <a:cxnLst/>
              <a:rect l="l" t="t" r="r" b="b"/>
              <a:pathLst>
                <a:path w="472045" h="142391">
                  <a:moveTo>
                    <a:pt x="71195" y="0"/>
                  </a:moveTo>
                  <a:lnTo>
                    <a:pt x="400850" y="0"/>
                  </a:lnTo>
                  <a:cubicBezTo>
                    <a:pt x="440170" y="0"/>
                    <a:pt x="472045" y="31875"/>
                    <a:pt x="472045" y="71195"/>
                  </a:cubicBezTo>
                  <a:lnTo>
                    <a:pt x="472045" y="71195"/>
                  </a:lnTo>
                  <a:cubicBezTo>
                    <a:pt x="472045" y="110515"/>
                    <a:pt x="440170" y="142391"/>
                    <a:pt x="400850" y="142391"/>
                  </a:cubicBezTo>
                  <a:lnTo>
                    <a:pt x="71195" y="142391"/>
                  </a:lnTo>
                  <a:cubicBezTo>
                    <a:pt x="31875" y="142391"/>
                    <a:pt x="0" y="110515"/>
                    <a:pt x="0" y="71195"/>
                  </a:cubicBezTo>
                  <a:lnTo>
                    <a:pt x="0" y="71195"/>
                  </a:lnTo>
                  <a:cubicBezTo>
                    <a:pt x="0" y="31875"/>
                    <a:pt x="31875" y="0"/>
                    <a:pt x="71195" y="0"/>
                  </a:cubicBezTo>
                  <a:close/>
                </a:path>
              </a:pathLst>
            </a:custGeom>
            <a:solidFill>
              <a:srgbClr val="FF5F00"/>
            </a:solidFill>
            <a:ln w="19050" cap="rnd">
              <a:solidFill>
                <a:srgbClr val="FF8F4C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472045" cy="151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lbert Sans Bold"/>
                  <a:ea typeface="Albert Sans Bold"/>
                  <a:cs typeface="Albert Sans Bold"/>
                  <a:sym typeface="Albert Sans Bold"/>
                </a:rPr>
                <a:t>POINT 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614251" y="2167006"/>
            <a:ext cx="1792297" cy="540639"/>
            <a:chOff x="0" y="0"/>
            <a:chExt cx="472045" cy="14239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72045" cy="142391"/>
            </a:xfrm>
            <a:custGeom>
              <a:avLst/>
              <a:gdLst/>
              <a:ahLst/>
              <a:cxnLst/>
              <a:rect l="l" t="t" r="r" b="b"/>
              <a:pathLst>
                <a:path w="472045" h="142391">
                  <a:moveTo>
                    <a:pt x="71195" y="0"/>
                  </a:moveTo>
                  <a:lnTo>
                    <a:pt x="400850" y="0"/>
                  </a:lnTo>
                  <a:cubicBezTo>
                    <a:pt x="440170" y="0"/>
                    <a:pt x="472045" y="31875"/>
                    <a:pt x="472045" y="71195"/>
                  </a:cubicBezTo>
                  <a:lnTo>
                    <a:pt x="472045" y="71195"/>
                  </a:lnTo>
                  <a:cubicBezTo>
                    <a:pt x="472045" y="110515"/>
                    <a:pt x="440170" y="142391"/>
                    <a:pt x="400850" y="142391"/>
                  </a:cubicBezTo>
                  <a:lnTo>
                    <a:pt x="71195" y="142391"/>
                  </a:lnTo>
                  <a:cubicBezTo>
                    <a:pt x="31875" y="142391"/>
                    <a:pt x="0" y="110515"/>
                    <a:pt x="0" y="71195"/>
                  </a:cubicBezTo>
                  <a:lnTo>
                    <a:pt x="0" y="71195"/>
                  </a:lnTo>
                  <a:cubicBezTo>
                    <a:pt x="0" y="31875"/>
                    <a:pt x="31875" y="0"/>
                    <a:pt x="71195" y="0"/>
                  </a:cubicBezTo>
                  <a:close/>
                </a:path>
              </a:pathLst>
            </a:custGeom>
            <a:solidFill>
              <a:srgbClr val="FF5F00"/>
            </a:solidFill>
            <a:ln w="19050" cap="rnd">
              <a:solidFill>
                <a:srgbClr val="FF8F4C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472045" cy="151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Albert Sans Bold"/>
                  <a:ea typeface="Albert Sans Bold"/>
                  <a:cs typeface="Albert Sans Bold"/>
                  <a:sym typeface="Albert Sans Bold"/>
                </a:rPr>
                <a:t>POINT 3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39751" y="2937237"/>
            <a:ext cx="493399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or idea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77001" y="2937237"/>
            <a:ext cx="493399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or idea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14251" y="2937237"/>
            <a:ext cx="493399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or idea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9751" y="5723658"/>
            <a:ext cx="475299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51676C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77001" y="5723658"/>
            <a:ext cx="475299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51676C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614251" y="5723658"/>
            <a:ext cx="475299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51676C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9751" y="6287410"/>
            <a:ext cx="4933998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77001" y="6287410"/>
            <a:ext cx="4933998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14251" y="6287410"/>
            <a:ext cx="4933998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9751" y="7335584"/>
            <a:ext cx="475299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51676C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77001" y="7335584"/>
            <a:ext cx="475299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51676C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614251" y="7335584"/>
            <a:ext cx="475299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51676C"/>
                </a:solidFill>
                <a:latin typeface="Vela Sans Bold"/>
                <a:ea typeface="Vela Sans Bold"/>
                <a:cs typeface="Vela Sans Bold"/>
                <a:sym typeface="Vela Sans Bold"/>
              </a:rPr>
              <a:t>Add a main point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9751" y="7899336"/>
            <a:ext cx="4933998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77001" y="7899336"/>
            <a:ext cx="4933998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614251" y="7899336"/>
            <a:ext cx="4933998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6250" y="466725"/>
            <a:ext cx="100330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FF5F00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 TOPIC OR IDEA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" y="4445000"/>
            <a:ext cx="11969750" cy="5868249"/>
          </a:xfrm>
          <a:custGeom>
            <a:avLst/>
            <a:gdLst/>
            <a:ahLst/>
            <a:cxnLst/>
            <a:rect l="l" t="t" r="r" b="b"/>
            <a:pathLst>
              <a:path w="16156405" h="7448566">
                <a:moveTo>
                  <a:pt x="16156405" y="0"/>
                </a:moveTo>
                <a:lnTo>
                  <a:pt x="0" y="0"/>
                </a:lnTo>
                <a:lnTo>
                  <a:pt x="0" y="7448566"/>
                </a:lnTo>
                <a:lnTo>
                  <a:pt x="16156405" y="7448566"/>
                </a:lnTo>
                <a:lnTo>
                  <a:pt x="16156405" y="0"/>
                </a:lnTo>
                <a:close/>
              </a:path>
            </a:pathLst>
          </a:custGeom>
          <a:blipFill>
            <a:blip r:embed="rId3"/>
            <a:stretch>
              <a:fillRect l="-9593" r="-44572" b="-26930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160250" y="0"/>
            <a:ext cx="6127750" cy="10287000"/>
            <a:chOff x="0" y="0"/>
            <a:chExt cx="1613893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13893" cy="2709333"/>
            </a:xfrm>
            <a:custGeom>
              <a:avLst/>
              <a:gdLst/>
              <a:ahLst/>
              <a:cxnLst/>
              <a:rect l="l" t="t" r="r" b="b"/>
              <a:pathLst>
                <a:path w="1613893" h="2709333">
                  <a:moveTo>
                    <a:pt x="0" y="0"/>
                  </a:moveTo>
                  <a:lnTo>
                    <a:pt x="1613893" y="0"/>
                  </a:lnTo>
                  <a:lnTo>
                    <a:pt x="161389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727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6138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H="1">
            <a:off x="1936750" y="0"/>
            <a:ext cx="10313249" cy="10313249"/>
          </a:xfrm>
          <a:custGeom>
            <a:avLst/>
            <a:gdLst/>
            <a:ahLst/>
            <a:cxnLst/>
            <a:rect l="l" t="t" r="r" b="b"/>
            <a:pathLst>
              <a:path w="10313249" h="10313249">
                <a:moveTo>
                  <a:pt x="10313249" y="0"/>
                </a:moveTo>
                <a:lnTo>
                  <a:pt x="0" y="0"/>
                </a:lnTo>
                <a:lnTo>
                  <a:pt x="0" y="10313249"/>
                </a:lnTo>
                <a:lnTo>
                  <a:pt x="10313249" y="10313249"/>
                </a:lnTo>
                <a:lnTo>
                  <a:pt x="103132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081250" y="476250"/>
            <a:ext cx="2730500" cy="576818"/>
          </a:xfrm>
          <a:custGeom>
            <a:avLst/>
            <a:gdLst/>
            <a:ahLst/>
            <a:cxnLst/>
            <a:rect l="l" t="t" r="r" b="b"/>
            <a:pathLst>
              <a:path w="2730500" h="576818">
                <a:moveTo>
                  <a:pt x="0" y="0"/>
                </a:moveTo>
                <a:lnTo>
                  <a:pt x="2730500" y="0"/>
                </a:lnTo>
                <a:lnTo>
                  <a:pt x="2730500" y="576818"/>
                </a:lnTo>
                <a:lnTo>
                  <a:pt x="0" y="576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76250" y="1371600"/>
            <a:ext cx="7378700" cy="367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WRITE YOUR</a:t>
            </a:r>
          </a:p>
          <a:p>
            <a:pPr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TOPIC OR IDEA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39250" y="4873625"/>
            <a:ext cx="7847954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Briefly elaborate on what you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Vela Sans"/>
                <a:ea typeface="Vela Sans"/>
                <a:cs typeface="Vela Sans"/>
                <a:sym typeface="Vela Sans"/>
              </a:rPr>
              <a:t>want to discuss.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39250" y="3959225"/>
            <a:ext cx="66294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Albert Sans Bold"/>
                <a:ea typeface="Albert Sans Bold"/>
                <a:cs typeface="Albert Sans Bold"/>
                <a:sym typeface="Albert Sans Bold"/>
              </a:rPr>
              <a:t>Add a main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5E2CD4EF100940B8605FB6CFC2A139" ma:contentTypeVersion="11" ma:contentTypeDescription="Create a new document." ma:contentTypeScope="" ma:versionID="f22fdc0a5eb19c24c1d4226c4759b120">
  <xsd:schema xmlns:xsd="http://www.w3.org/2001/XMLSchema" xmlns:xs="http://www.w3.org/2001/XMLSchema" xmlns:p="http://schemas.microsoft.com/office/2006/metadata/properties" xmlns:ns2="8b67d89f-5e51-4b63-abb4-b71511bb9038" xmlns:ns3="0bdf3587-f372-495b-8f78-9f03a1837619" targetNamespace="http://schemas.microsoft.com/office/2006/metadata/properties" ma:root="true" ma:fieldsID="6173040351e23078a03598bb51271c89" ns2:_="" ns3:_="">
    <xsd:import namespace="8b67d89f-5e51-4b63-abb4-b71511bb9038"/>
    <xsd:import namespace="0bdf3587-f372-495b-8f78-9f03a18376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67d89f-5e51-4b63-abb4-b71511bb90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1aa3a3b-16dc-47d0-909d-8e39a068fc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df3587-f372-495b-8f78-9f03a183761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2970d7d-af0a-4dd4-9dee-f6e4b095f01d}" ma:internalName="TaxCatchAll" ma:showField="CatchAllData" ma:web="0bdf3587-f372-495b-8f78-9f03a18376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b67d89f-5e51-4b63-abb4-b71511bb9038">
      <Terms xmlns="http://schemas.microsoft.com/office/infopath/2007/PartnerControls"/>
    </lcf76f155ced4ddcb4097134ff3c332f>
    <TaxCatchAll xmlns="0bdf3587-f372-495b-8f78-9f03a1837619" xsi:nil="true"/>
  </documentManagement>
</p:properties>
</file>

<file path=customXml/itemProps1.xml><?xml version="1.0" encoding="utf-8"?>
<ds:datastoreItem xmlns:ds="http://schemas.openxmlformats.org/officeDocument/2006/customXml" ds:itemID="{33BA4166-CF36-4E4F-B1E0-C8F827000074}"/>
</file>

<file path=customXml/itemProps2.xml><?xml version="1.0" encoding="utf-8"?>
<ds:datastoreItem xmlns:ds="http://schemas.openxmlformats.org/officeDocument/2006/customXml" ds:itemID="{EFF3A8E8-41B2-4507-83D5-FE70A8816960}"/>
</file>

<file path=customXml/itemProps3.xml><?xml version="1.0" encoding="utf-8"?>
<ds:datastoreItem xmlns:ds="http://schemas.openxmlformats.org/officeDocument/2006/customXml" ds:itemID="{85E4FB9F-E709-4877-97DB-FE3D93B5A496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466</Words>
  <Application>Microsoft Macintosh PowerPoint</Application>
  <PresentationFormat>Custom</PresentationFormat>
  <Paragraphs>111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Vela Sans</vt:lpstr>
      <vt:lpstr>Albert Sans Semi-Bold</vt:lpstr>
      <vt:lpstr>Calibri</vt:lpstr>
      <vt:lpstr>Albert Sans Bold</vt:lpstr>
      <vt:lpstr>Vela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 (Dark Theme)</dc:title>
  <cp:lastModifiedBy>Microsoft Office User</cp:lastModifiedBy>
  <cp:revision>2</cp:revision>
  <dcterms:created xsi:type="dcterms:W3CDTF">2006-08-16T00:00:00Z</dcterms:created>
  <dcterms:modified xsi:type="dcterms:W3CDTF">2025-06-03T17:15:26Z</dcterms:modified>
  <dc:identifier>DAGpUYzFQvg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0x010100B55E2CD4EF100940B8605FB6CFC2A139</vt:lpwstr>
  </property>
</Properties>
</file>