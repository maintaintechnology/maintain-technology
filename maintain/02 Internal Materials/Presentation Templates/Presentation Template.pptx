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</p:sld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</p:sldIdLst>
  <p:sldSz cx="18288000" cy="10287000"/>
  <p:notesSz cx="6858000" cy="9144000"/>
  <p:embeddedFontLst>
    <p:embeddedFont>
      <p:font typeface="Aptos" panose="020B0004020202020204" pitchFamily="34" charset="0"/>
      <p:regular r:id="rId21"/>
      <p:bold r:id="rId22"/>
      <p:italic r:id="rId23"/>
      <p:boldItalic r:id="rId24"/>
    </p:embeddedFont>
    <p:embeddedFont>
      <p:font typeface="Aptos SemiBold" panose="020B0004020202020204" pitchFamily="34" charset="0"/>
      <p:regular r:id="rId25"/>
      <p:bold r:id="rId26"/>
      <p:italic r:id="rId27"/>
      <p:boldItalic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72D"/>
    <a:srgbClr val="FF5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57" autoAdjust="0"/>
    <p:restoredTop sz="94708" autoAdjust="0"/>
  </p:normalViewPr>
  <p:slideViewPr>
    <p:cSldViewPr>
      <p:cViewPr varScale="1">
        <p:scale>
          <a:sx n="87" d="100"/>
          <a:sy n="87" d="100"/>
        </p:scale>
        <p:origin x="232" y="19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customXml" Target="../customXml/item3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A35E75A1-73B0-3648-A5E6-CA7781317AE6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CDF80-32E4-5459-E869-1A52464A8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250" y="1409700"/>
            <a:ext cx="13773150" cy="108585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F5492-803F-536B-6741-7040CFDF0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250" y="2781300"/>
            <a:ext cx="13716000" cy="23657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 i="0">
                <a:solidFill>
                  <a:schemeClr val="bg1"/>
                </a:solidFill>
                <a:latin typeface="Aptos SemiBold" panose="020B00040202020202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EB1723C3-2E2A-9968-5420-1BC1EF0B4B31}"/>
              </a:ext>
            </a:extLst>
          </p:cNvPr>
          <p:cNvSpPr/>
          <p:nvPr userDrawn="1"/>
        </p:nvSpPr>
        <p:spPr>
          <a:xfrm>
            <a:off x="15081250" y="476250"/>
            <a:ext cx="2730500" cy="576818"/>
          </a:xfrm>
          <a:custGeom>
            <a:avLst/>
            <a:gdLst/>
            <a:ahLst/>
            <a:cxnLst/>
            <a:rect l="l" t="t" r="r" b="b"/>
            <a:pathLst>
              <a:path w="2730500" h="576818">
                <a:moveTo>
                  <a:pt x="0" y="0"/>
                </a:moveTo>
                <a:lnTo>
                  <a:pt x="2730500" y="0"/>
                </a:lnTo>
                <a:lnTo>
                  <a:pt x="2730500" y="576818"/>
                </a:lnTo>
                <a:lnTo>
                  <a:pt x="0" y="5768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89559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16D8F91A-E4DF-8804-9B5B-23695F6C6789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CDF80-32E4-5459-E869-1A52464A8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250" y="1409700"/>
            <a:ext cx="13773150" cy="108585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F5492-803F-536B-6741-7040CFDF0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250" y="2781300"/>
            <a:ext cx="13716000" cy="23657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 i="0">
                <a:solidFill>
                  <a:schemeClr val="bg1"/>
                </a:solidFill>
                <a:latin typeface="Aptos SemiBold" panose="020B00040202020202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D25789AA-26A2-25B1-2E8C-07225E62773E}"/>
              </a:ext>
            </a:extLst>
          </p:cNvPr>
          <p:cNvSpPr/>
          <p:nvPr userDrawn="1"/>
        </p:nvSpPr>
        <p:spPr>
          <a:xfrm>
            <a:off x="15081250" y="9233932"/>
            <a:ext cx="2730500" cy="576818"/>
          </a:xfrm>
          <a:custGeom>
            <a:avLst/>
            <a:gdLst/>
            <a:ahLst/>
            <a:cxnLst/>
            <a:rect l="l" t="t" r="r" b="b"/>
            <a:pathLst>
              <a:path w="2730500" h="576818">
                <a:moveTo>
                  <a:pt x="0" y="0"/>
                </a:moveTo>
                <a:lnTo>
                  <a:pt x="2730500" y="0"/>
                </a:lnTo>
                <a:lnTo>
                  <a:pt x="2730500" y="576818"/>
                </a:lnTo>
                <a:lnTo>
                  <a:pt x="0" y="5768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421920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B139E100-D467-5A20-0730-E5393F00BAE4}"/>
              </a:ext>
            </a:extLst>
          </p:cNvPr>
          <p:cNvSpPr/>
          <p:nvPr userDrawn="1"/>
        </p:nvSpPr>
        <p:spPr>
          <a:xfrm>
            <a:off x="0" y="0"/>
            <a:ext cx="1050925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53FB01A3-CA2D-7809-08A5-2B98C0D193CC}"/>
              </a:ext>
            </a:extLst>
          </p:cNvPr>
          <p:cNvSpPr/>
          <p:nvPr userDrawn="1"/>
        </p:nvSpPr>
        <p:spPr>
          <a:xfrm>
            <a:off x="476250" y="9233932"/>
            <a:ext cx="2730500" cy="576818"/>
          </a:xfrm>
          <a:custGeom>
            <a:avLst/>
            <a:gdLst/>
            <a:ahLst/>
            <a:cxnLst/>
            <a:rect l="l" t="t" r="r" b="b"/>
            <a:pathLst>
              <a:path w="2730500" h="576818">
                <a:moveTo>
                  <a:pt x="0" y="0"/>
                </a:moveTo>
                <a:lnTo>
                  <a:pt x="2730500" y="0"/>
                </a:lnTo>
                <a:lnTo>
                  <a:pt x="2730500" y="576818"/>
                </a:lnTo>
                <a:lnTo>
                  <a:pt x="0" y="5768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CDF80-32E4-5459-E869-1A52464A84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50" y="1409700"/>
            <a:ext cx="9429750" cy="108585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F5492-803F-536B-6741-7040CFDF0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250" y="2781300"/>
            <a:ext cx="9429750" cy="23657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 i="0">
                <a:solidFill>
                  <a:schemeClr val="bg1"/>
                </a:solidFill>
                <a:latin typeface="Aptos SemiBold" panose="020B00040202020202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EEA81E7-5915-A0E9-37C1-6590F3B5A5C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0509250" y="0"/>
            <a:ext cx="7784846" cy="10287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99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3">
            <a:extLst>
              <a:ext uri="{FF2B5EF4-FFF2-40B4-BE49-F238E27FC236}">
                <a16:creationId xmlns:a16="http://schemas.microsoft.com/office/drawing/2014/main" id="{270F804B-5B39-4469-3133-7694279A6678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CDF80-32E4-5459-E869-1A52464A84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50" y="476250"/>
            <a:ext cx="11182350" cy="20193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i="0">
                <a:solidFill>
                  <a:srgbClr val="FF5F00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74278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3">
            <a:extLst>
              <a:ext uri="{FF2B5EF4-FFF2-40B4-BE49-F238E27FC236}">
                <a16:creationId xmlns:a16="http://schemas.microsoft.com/office/drawing/2014/main" id="{270F804B-5B39-4469-3133-7694279A6678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EBFACFE-1363-8576-EFFC-ED07301E2BF2}"/>
              </a:ext>
            </a:extLst>
          </p:cNvPr>
          <p:cNvSpPr/>
          <p:nvPr userDrawn="1"/>
        </p:nvSpPr>
        <p:spPr>
          <a:xfrm>
            <a:off x="0" y="-238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b="-18518"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CDF80-32E4-5459-E869-1A52464A84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50" y="476250"/>
            <a:ext cx="11182350" cy="20193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i="0">
                <a:solidFill>
                  <a:srgbClr val="FF5F00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2547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6DBFEEA9-94E1-34FC-502D-2487198400ED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CDF80-32E4-5459-E869-1A52464A84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50" y="476250"/>
            <a:ext cx="9747250" cy="161925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b="1" i="0">
                <a:solidFill>
                  <a:srgbClr val="FF5F00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F0A2C1D4-05FE-B7AD-D2FC-3E9188829C1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0699750" y="476250"/>
            <a:ext cx="7112000" cy="93345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FD9E455-71F6-670D-25B9-437CDFB02EFF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476250" y="2705100"/>
            <a:ext cx="9747250" cy="12954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44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dirty="0"/>
              <a:t>Click to edit Master </a:t>
            </a:r>
          </a:p>
          <a:p>
            <a:pPr lvl="0"/>
            <a:r>
              <a:rPr lang="en-US" dirty="0"/>
              <a:t>text styles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072FBE-D60A-20B9-5BB0-B719A7E94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" y="4152900"/>
            <a:ext cx="9747250" cy="5657850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 sz="28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>
              <a:defRPr sz="24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6439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39492FBE-602F-D63E-EB2C-5AE01C455530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CDF80-32E4-5459-E869-1A52464A84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50" y="476250"/>
            <a:ext cx="9747250" cy="161925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b="1" i="0">
                <a:solidFill>
                  <a:srgbClr val="FF5F00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F0A2C1D4-05FE-B7AD-D2FC-3E9188829C1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0699750" y="476250"/>
            <a:ext cx="7112000" cy="93345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 sz="4800">
                <a:solidFill>
                  <a:schemeClr val="tx1"/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140C93B-47F1-6B1E-70C9-84FB3E15AA4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476250" y="2705100"/>
            <a:ext cx="9747250" cy="12954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4400" b="1" i="0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dirty="0"/>
              <a:t>Click to edit Master </a:t>
            </a:r>
          </a:p>
          <a:p>
            <a:pPr lvl="0"/>
            <a:r>
              <a:rPr lang="en-US" dirty="0"/>
              <a:t>text styles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FE825A5-041D-36A3-A8BF-4AF059C6A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" y="4152900"/>
            <a:ext cx="9747250" cy="5657850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 sz="2800" b="0" i="0"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 sz="2400" b="0" i="0"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 sz="2000" b="0" i="0"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 sz="2000" b="0" i="0"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5621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6DBFEEA9-94E1-34FC-502D-2487198400ED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CDF80-32E4-5459-E869-1A52464A84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50" y="476250"/>
            <a:ext cx="9747250" cy="161925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b="1" i="0">
                <a:solidFill>
                  <a:srgbClr val="FF5F00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302C59-E5E0-374F-DB97-217D56BE5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2705100"/>
            <a:ext cx="9747250" cy="7105650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 sz="32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>
              <a:defRPr sz="28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>
              <a:defRPr sz="2400" b="0" i="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F0A2C1D4-05FE-B7AD-D2FC-3E9188829C1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0699750" y="476250"/>
            <a:ext cx="7112000" cy="93345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728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39492FBE-602F-D63E-EB2C-5AE01C455530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CDF80-32E4-5459-E869-1A52464A84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50" y="476250"/>
            <a:ext cx="9747250" cy="161925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b="1" i="0">
                <a:solidFill>
                  <a:srgbClr val="FF5F00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F0A2C1D4-05FE-B7AD-D2FC-3E9188829C1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0699750" y="476250"/>
            <a:ext cx="7112000" cy="93345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 sz="4800">
                <a:solidFill>
                  <a:schemeClr val="tx1"/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A694571-AD7B-F746-1310-7BB6E8429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2705100"/>
            <a:ext cx="9747250" cy="7105650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 sz="3200" b="0" i="0"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 sz="2800" b="0" i="0"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 sz="2400" b="0" i="0"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 sz="2000" b="0" i="0"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5210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7E51FA12-FE68-14E1-A9F2-277158905231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CDF80-32E4-5459-E869-1A52464A84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49" y="476250"/>
            <a:ext cx="17364075" cy="161925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b="1" i="0">
                <a:solidFill>
                  <a:srgbClr val="FF5F00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9EB546C-D557-7027-12F3-158F8B26E5C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476250" y="2705100"/>
            <a:ext cx="17364074" cy="12954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44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2D06D36-B609-2017-7D27-2C1DBE25F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" y="4152900"/>
            <a:ext cx="17364074" cy="5657850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 sz="28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>
              <a:defRPr sz="24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6248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39492FBE-602F-D63E-EB2C-5AE01C455530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CDF80-32E4-5459-E869-1A52464A84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49" y="476250"/>
            <a:ext cx="17364075" cy="161925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b="1" i="0">
                <a:solidFill>
                  <a:srgbClr val="FF5F00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081CCF-EA9A-20A0-03C8-851907C61237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476250" y="2705100"/>
            <a:ext cx="17364074" cy="12954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4400" b="1" i="0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20C99EF-E889-5CD2-3480-2A9E792D2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" y="4152900"/>
            <a:ext cx="17364074" cy="5657850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 sz="2800" b="0" i="0"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 sz="2400" b="0" i="0"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 sz="2000" b="0" i="0"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 sz="2000" b="0" i="0"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83308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EF45F7E5-BCBF-A73A-9492-19337F3B6470}"/>
              </a:ext>
            </a:extLst>
          </p:cNvPr>
          <p:cNvSpPr/>
          <p:nvPr userDrawn="1"/>
        </p:nvSpPr>
        <p:spPr>
          <a:xfrm>
            <a:off x="0" y="-238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t="-17650" b="-1016"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CDF80-32E4-5459-E869-1A52464A84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49" y="476250"/>
            <a:ext cx="17364075" cy="161925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b="1" i="0">
                <a:solidFill>
                  <a:srgbClr val="FF5F00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9EB546C-D557-7027-12F3-158F8B26E5C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476250" y="2705100"/>
            <a:ext cx="17364074" cy="12954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44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2D06D36-B609-2017-7D27-2C1DBE25F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" y="4152900"/>
            <a:ext cx="17364074" cy="5657850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 sz="28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>
              <a:defRPr sz="24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142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292919E-0A88-D871-2075-2172694CAF56}"/>
              </a:ext>
            </a:extLst>
          </p:cNvPr>
          <p:cNvSpPr/>
          <p:nvPr userDrawn="1"/>
        </p:nvSpPr>
        <p:spPr>
          <a:xfrm>
            <a:off x="0" y="-238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t="-17650" b="-1016"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CDF80-32E4-5459-E869-1A52464A84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49" y="476250"/>
            <a:ext cx="17364075" cy="161925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b="1" i="0">
                <a:solidFill>
                  <a:srgbClr val="FF5F00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081CCF-EA9A-20A0-03C8-851907C61237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476250" y="2705100"/>
            <a:ext cx="17364074" cy="12954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4400" b="1" i="0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20C99EF-E889-5CD2-3480-2A9E792D2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" y="4152900"/>
            <a:ext cx="17364074" cy="5657850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 sz="2800" b="0" i="0"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 sz="2400" b="0" i="0"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 sz="2000" b="0" i="0"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 sz="2000" b="0" i="0"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1879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7E51FA12-FE68-14E1-A9F2-277158905231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CDF80-32E4-5459-E869-1A52464A84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49" y="476250"/>
            <a:ext cx="17364075" cy="161925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b="1" i="0">
                <a:solidFill>
                  <a:srgbClr val="FF5F00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8AFA5-E7B0-A9C6-6286-D2630FABD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2705100"/>
            <a:ext cx="17364074" cy="7105650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 sz="32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>
              <a:defRPr sz="28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>
              <a:defRPr sz="2400" b="0" i="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777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39492FBE-602F-D63E-EB2C-5AE01C455530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CDF80-32E4-5459-E869-1A52464A84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49" y="476250"/>
            <a:ext cx="17364075" cy="161925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b="1" i="0">
                <a:solidFill>
                  <a:srgbClr val="FF5F00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A4EBE-D970-4AFB-C6E3-D1725697D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2705100"/>
            <a:ext cx="17364074" cy="7105650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 sz="3200" b="0" i="0"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 sz="2800" b="0" i="0"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 sz="2400" b="0" i="0"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 sz="2000" b="0" i="0"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8422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7E51FA12-FE68-14E1-A9F2-277158905231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CDF80-32E4-5459-E869-1A52464A84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49" y="476250"/>
            <a:ext cx="17364075" cy="161925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b="1" i="0">
                <a:solidFill>
                  <a:srgbClr val="FF5F00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A881DDF-5436-B687-610C-72AB2B9BF91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476250" y="2705100"/>
            <a:ext cx="8279991" cy="12954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44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29C73AB-1FC9-0DA0-8974-519BE0665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" y="4152900"/>
            <a:ext cx="8279991" cy="5657850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 sz="28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>
              <a:defRPr sz="24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4463CEC-445A-A7B9-3359-A4557B8F488E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9560333" y="2705100"/>
            <a:ext cx="8279991" cy="12954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44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6172418-CDAF-74DB-233C-02A043CCDB3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560333" y="4152900"/>
            <a:ext cx="8279991" cy="5657850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 sz="28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>
              <a:defRPr sz="24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4060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39492FBE-602F-D63E-EB2C-5AE01C455530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CDF80-32E4-5459-E869-1A52464A84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49" y="476250"/>
            <a:ext cx="17364075" cy="161925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b="1" i="0">
                <a:solidFill>
                  <a:srgbClr val="FF5F00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069901B-A7EC-3F4F-1BA9-CE195D25B45A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476250" y="2705100"/>
            <a:ext cx="8279991" cy="12954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4400" b="1" i="0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013C82CB-AC1A-80C2-05BB-440781821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" y="4152900"/>
            <a:ext cx="8279991" cy="5657850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 sz="2800" b="0" i="0"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 sz="2400" b="0" i="0"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 sz="2000" b="0" i="0"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 sz="2000" b="0" i="0"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F03C566-6960-86B0-60B4-B2A89CE7BAC6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9560333" y="2705100"/>
            <a:ext cx="8279991" cy="12954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4400" b="1" i="0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4225258-E9D7-90D0-8A27-CA4CB7619E1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560333" y="4152900"/>
            <a:ext cx="8279991" cy="5657850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 sz="2800" b="0" i="0"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 sz="2400" b="0" i="0"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 sz="2000" b="0" i="0"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 sz="2000" b="0" i="0"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71883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16D8F91A-E4DF-8804-9B5B-23695F6C6789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8E815FA3-C5D0-8DEF-0325-DF830C80F09C}"/>
              </a:ext>
            </a:extLst>
          </p:cNvPr>
          <p:cNvSpPr/>
          <p:nvPr userDrawn="1"/>
        </p:nvSpPr>
        <p:spPr>
          <a:xfrm flipH="1">
            <a:off x="-1" y="4445000"/>
            <a:ext cx="11969749" cy="5842000"/>
          </a:xfrm>
          <a:custGeom>
            <a:avLst/>
            <a:gdLst/>
            <a:ahLst/>
            <a:cxnLst/>
            <a:rect l="l" t="t" r="r" b="b"/>
            <a:pathLst>
              <a:path w="16156405" h="7448566">
                <a:moveTo>
                  <a:pt x="16156405" y="0"/>
                </a:moveTo>
                <a:lnTo>
                  <a:pt x="0" y="0"/>
                </a:lnTo>
                <a:lnTo>
                  <a:pt x="0" y="7448566"/>
                </a:lnTo>
                <a:lnTo>
                  <a:pt x="16156405" y="7448566"/>
                </a:lnTo>
                <a:lnTo>
                  <a:pt x="16156405" y="0"/>
                </a:lnTo>
                <a:close/>
              </a:path>
            </a:pathLst>
          </a:custGeom>
          <a:blipFill>
            <a:blip r:embed="rId3"/>
            <a:stretch>
              <a:fillRect l="-9594" r="-44571" b="-27500"/>
            </a:stretch>
          </a:blipFill>
        </p:spPr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BEA4A04B-E0E7-C9E4-6FDB-515C8752E7B2}"/>
              </a:ext>
            </a:extLst>
          </p:cNvPr>
          <p:cNvGrpSpPr/>
          <p:nvPr userDrawn="1"/>
        </p:nvGrpSpPr>
        <p:grpSpPr>
          <a:xfrm>
            <a:off x="12160250" y="0"/>
            <a:ext cx="6127750" cy="10287000"/>
            <a:chOff x="0" y="0"/>
            <a:chExt cx="1613893" cy="2709333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F1645F86-C1D6-F780-8107-C7C0CDE2211B}"/>
                </a:ext>
              </a:extLst>
            </p:cNvPr>
            <p:cNvSpPr/>
            <p:nvPr/>
          </p:nvSpPr>
          <p:spPr>
            <a:xfrm>
              <a:off x="0" y="0"/>
              <a:ext cx="1613893" cy="2709333"/>
            </a:xfrm>
            <a:custGeom>
              <a:avLst/>
              <a:gdLst/>
              <a:ahLst/>
              <a:cxnLst/>
              <a:rect l="l" t="t" r="r" b="b"/>
              <a:pathLst>
                <a:path w="1613893" h="2709333">
                  <a:moveTo>
                    <a:pt x="0" y="0"/>
                  </a:moveTo>
                  <a:lnTo>
                    <a:pt x="1613893" y="0"/>
                  </a:lnTo>
                  <a:lnTo>
                    <a:pt x="161389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7272D"/>
            </a:solidFill>
          </p:spPr>
        </p:sp>
        <p:sp>
          <p:nvSpPr>
            <p:cNvPr id="21" name="TextBox 6">
              <a:extLst>
                <a:ext uri="{FF2B5EF4-FFF2-40B4-BE49-F238E27FC236}">
                  <a16:creationId xmlns:a16="http://schemas.microsoft.com/office/drawing/2014/main" id="{55FAC1D7-BDCF-DD58-1529-04067BB19B7C}"/>
                </a:ext>
              </a:extLst>
            </p:cNvPr>
            <p:cNvSpPr txBox="1"/>
            <p:nvPr/>
          </p:nvSpPr>
          <p:spPr>
            <a:xfrm>
              <a:off x="0" y="-38100"/>
              <a:ext cx="16138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2" name="Freeform 7">
            <a:extLst>
              <a:ext uri="{FF2B5EF4-FFF2-40B4-BE49-F238E27FC236}">
                <a16:creationId xmlns:a16="http://schemas.microsoft.com/office/drawing/2014/main" id="{8265E673-65E2-297F-8965-114E090859C0}"/>
              </a:ext>
            </a:extLst>
          </p:cNvPr>
          <p:cNvSpPr/>
          <p:nvPr userDrawn="1"/>
        </p:nvSpPr>
        <p:spPr>
          <a:xfrm flipH="1">
            <a:off x="1936750" y="0"/>
            <a:ext cx="10313249" cy="10313249"/>
          </a:xfrm>
          <a:custGeom>
            <a:avLst/>
            <a:gdLst/>
            <a:ahLst/>
            <a:cxnLst/>
            <a:rect l="l" t="t" r="r" b="b"/>
            <a:pathLst>
              <a:path w="10313249" h="10313249">
                <a:moveTo>
                  <a:pt x="10313249" y="0"/>
                </a:moveTo>
                <a:lnTo>
                  <a:pt x="0" y="0"/>
                </a:lnTo>
                <a:lnTo>
                  <a:pt x="0" y="10313249"/>
                </a:lnTo>
                <a:lnTo>
                  <a:pt x="10313249" y="10313249"/>
                </a:lnTo>
                <a:lnTo>
                  <a:pt x="103132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CDF80-32E4-5459-E869-1A52464A84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50" y="1409700"/>
            <a:ext cx="6610350" cy="3429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D61E6B13-5C72-55C2-3349-716E55C64217}"/>
              </a:ext>
            </a:extLst>
          </p:cNvPr>
          <p:cNvSpPr/>
          <p:nvPr userDrawn="1"/>
        </p:nvSpPr>
        <p:spPr>
          <a:xfrm>
            <a:off x="15081250" y="476250"/>
            <a:ext cx="2730500" cy="576818"/>
          </a:xfrm>
          <a:custGeom>
            <a:avLst/>
            <a:gdLst/>
            <a:ahLst/>
            <a:cxnLst/>
            <a:rect l="l" t="t" r="r" b="b"/>
            <a:pathLst>
              <a:path w="2730500" h="576818">
                <a:moveTo>
                  <a:pt x="0" y="0"/>
                </a:moveTo>
                <a:lnTo>
                  <a:pt x="2730500" y="0"/>
                </a:lnTo>
                <a:lnTo>
                  <a:pt x="2730500" y="576818"/>
                </a:lnTo>
                <a:lnTo>
                  <a:pt x="0" y="5768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F221153-3F1C-4192-5E92-61496D7FD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0" y="3287316"/>
            <a:ext cx="8667750" cy="12358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4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8E28025-A9C6-C7A7-C886-FD8EA9FCD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0" y="4523184"/>
            <a:ext cx="8667750" cy="5116116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>
              <a:defRPr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3169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54A72BCE-C8D3-41AC-9543-2477C48ABD01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51E78CD0-70CE-BD4B-26FA-8CD1CDE6755D}"/>
              </a:ext>
            </a:extLst>
          </p:cNvPr>
          <p:cNvSpPr/>
          <p:nvPr userDrawn="1"/>
        </p:nvSpPr>
        <p:spPr>
          <a:xfrm>
            <a:off x="15081250" y="9233932"/>
            <a:ext cx="2730500" cy="576818"/>
          </a:xfrm>
          <a:custGeom>
            <a:avLst/>
            <a:gdLst/>
            <a:ahLst/>
            <a:cxnLst/>
            <a:rect l="l" t="t" r="r" b="b"/>
            <a:pathLst>
              <a:path w="2730500" h="576818">
                <a:moveTo>
                  <a:pt x="0" y="0"/>
                </a:moveTo>
                <a:lnTo>
                  <a:pt x="2730500" y="0"/>
                </a:lnTo>
                <a:lnTo>
                  <a:pt x="2730500" y="576818"/>
                </a:lnTo>
                <a:lnTo>
                  <a:pt x="0" y="5768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A1841AA-6F20-ECA6-8A21-15B5522619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250" y="1409700"/>
            <a:ext cx="6610350" cy="3429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402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84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7" r:id="rId2"/>
    <p:sldLayoutId id="2147483696" r:id="rId3"/>
    <p:sldLayoutId id="2147483698" r:id="rId4"/>
    <p:sldLayoutId id="2147483699" r:id="rId5"/>
    <p:sldLayoutId id="2147483707" r:id="rId6"/>
    <p:sldLayoutId id="2147483708" r:id="rId7"/>
    <p:sldLayoutId id="2147483704" r:id="rId8"/>
    <p:sldLayoutId id="2147483700" r:id="rId9"/>
    <p:sldLayoutId id="2147483701" r:id="rId10"/>
    <p:sldLayoutId id="2147483705" r:id="rId11"/>
    <p:sldLayoutId id="2147483713" r:id="rId12"/>
    <p:sldLayoutId id="2147483714" r:id="rId13"/>
    <p:sldLayoutId id="2147483709" r:id="rId14"/>
    <p:sldLayoutId id="2147483710" r:id="rId15"/>
    <p:sldLayoutId id="2147483711" r:id="rId16"/>
    <p:sldLayoutId id="2147483712" r:id="rId17"/>
    <p:sldLayoutId id="2147483703" r:id="rId18"/>
    <p:sldLayoutId id="2147483691" r:id="rId19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EE0FF-698E-8817-E69E-A75F0481B6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C81AA-BDB3-C02E-AD18-5CCCAA194E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96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D297C-0E4B-4C70-8A6A-BB9E1D367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20FF8-FEBE-2766-BC4F-65EDA6EA13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6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931C2-E952-D36F-7A09-17FC83BEB6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EE342-C7B5-0CBC-7109-BCBBD4230B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424AF9-0BB4-B0E9-819B-BE95ABDBCB41}"/>
              </a:ext>
            </a:extLst>
          </p:cNvPr>
          <p:cNvSpPr>
            <a:spLocks noGrp="1"/>
          </p:cNvSpPr>
          <p:nvPr>
            <p:ph type="pic" idx="10"/>
          </p:nvPr>
        </p:nvSpPr>
        <p:spPr/>
      </p:sp>
    </p:spTree>
    <p:extLst>
      <p:ext uri="{BB962C8B-B14F-4D97-AF65-F5344CB8AC3E}">
        <p14:creationId xmlns:p14="http://schemas.microsoft.com/office/powerpoint/2010/main" val="3568454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E62E6-1544-B3A9-964C-C8C96A52D5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68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AEC96-91F2-E8CA-1D68-8F81E66DA1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67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5BF0-572C-157F-CE94-D8448A0C4C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66B777-4FBA-E957-959B-3AB74340D1DC}"/>
              </a:ext>
            </a:extLst>
          </p:cNvPr>
          <p:cNvSpPr>
            <a:spLocks noGrp="1"/>
          </p:cNvSpPr>
          <p:nvPr>
            <p:ph type="pic" idx="10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308A7F-DB50-F43F-2CB3-906721F7EEB6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967A3-C2EF-457C-1D7B-A5A962C45A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25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AA9A0-DD24-A45D-B4DD-0DE0872E64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8337B5-0545-E8F8-F674-94E54A73C017}"/>
              </a:ext>
            </a:extLst>
          </p:cNvPr>
          <p:cNvSpPr>
            <a:spLocks noGrp="1"/>
          </p:cNvSpPr>
          <p:nvPr>
            <p:ph type="pic" idx="10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1F590-CE32-E24B-2950-435A3CC7891F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4C7C12-5C1C-F2EB-C76F-9FFDD94A5B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80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238A5-3C84-38CF-44DC-2E4AFEAD2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43CD4-7F0D-1FA2-7D9D-F454AB86C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6FAC7A2-17B0-D7E2-0247-B7D31F38319C}"/>
              </a:ext>
            </a:extLst>
          </p:cNvPr>
          <p:cNvSpPr>
            <a:spLocks noGrp="1"/>
          </p:cNvSpPr>
          <p:nvPr>
            <p:ph type="pic" idx="10"/>
          </p:nvPr>
        </p:nvSpPr>
        <p:spPr/>
      </p:sp>
    </p:spTree>
    <p:extLst>
      <p:ext uri="{BB962C8B-B14F-4D97-AF65-F5344CB8AC3E}">
        <p14:creationId xmlns:p14="http://schemas.microsoft.com/office/powerpoint/2010/main" val="7904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137B-3EF8-CD57-06C8-165FB5B631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59AC6D-C75F-FB42-9468-B2B1A2232B29}"/>
              </a:ext>
            </a:extLst>
          </p:cNvPr>
          <p:cNvSpPr>
            <a:spLocks noGrp="1"/>
          </p:cNvSpPr>
          <p:nvPr>
            <p:ph type="pic" idx="10"/>
          </p:nvPr>
        </p:nvSpPr>
        <p:spPr/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99E23-996C-FE34-6F9F-9A868CC8A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49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12A68-882C-2D81-ED58-A221D6233A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2B93B-5C91-5959-5E31-2EE06ADDBE42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73A6D-094B-43F2-BF15-69E96050504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38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8F742-5ECB-6C9F-24E1-BF58320964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1D245-F2EB-6432-B27E-D9B31209A599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13F730-C764-B21C-2515-D3AFAC843F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95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B54E2-A42F-FD38-77C2-74275A75AC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C0922-2792-B1A9-8D5D-F3E9186120C7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DF4444-4F24-F348-AB69-8CE687C10E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4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949C5-295C-26DA-2AA1-A293F2254F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61866-F0AD-E2A7-41B0-2C90E35B2CD4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10785-C45E-F0AB-07BB-A87799249E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12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0B8F9-0CD6-36D2-9AAC-A4AB3F0CB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1C118-C461-A526-720D-E92A19B94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91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E8249-5614-5198-D1D7-8F03278F97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66093-9664-9149-2932-77DD338A3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333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C81C5-A522-5479-16F4-081F15BCA9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B2125-9AAF-FA16-B224-570984F84077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1496B-FEA2-B924-D603-DC9B198807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BF7C3C-60C9-AEBA-16F9-F77368595A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ADFC9-73BE-7AC3-6461-EB2159E4C4CF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38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4F4-FBA4-1FBF-EA12-D2F526573F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E38E8-3672-5562-2F30-4008E2F19A75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2B12B-8D47-3FED-6D61-DCD437309D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9EBD49-B5A0-F3F0-0E8F-65773C76E09D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88F74B-87AA-7F05-5634-BA0FDB3F095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8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AB2C-C5A8-1FAC-55D5-C828673B2F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85201-A335-F179-618C-9EE1E0554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E735F-ED90-6F8D-2B2D-ADECA78063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42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30B2C-E6E4-B5A3-B08C-7F6476FCAE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702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intain Technology">
      <a:dk1>
        <a:srgbClr val="101820"/>
      </a:dk1>
      <a:lt1>
        <a:srgbClr val="FFFFFF"/>
      </a:lt1>
      <a:dk2>
        <a:srgbClr val="06272C"/>
      </a:dk2>
      <a:lt2>
        <a:srgbClr val="F4F4F0"/>
      </a:lt2>
      <a:accent1>
        <a:srgbClr val="06272C"/>
      </a:accent1>
      <a:accent2>
        <a:srgbClr val="FF5E00"/>
      </a:accent2>
      <a:accent3>
        <a:srgbClr val="50666C"/>
      </a:accent3>
      <a:accent4>
        <a:srgbClr val="F4F4F0"/>
      </a:accent4>
      <a:accent5>
        <a:srgbClr val="E1CFA0"/>
      </a:accent5>
      <a:accent6>
        <a:srgbClr val="247987"/>
      </a:accent6>
      <a:hlink>
        <a:srgbClr val="247987"/>
      </a:hlink>
      <a:folHlink>
        <a:srgbClr val="50666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5E2CD4EF100940B8605FB6CFC2A139" ma:contentTypeVersion="11" ma:contentTypeDescription="Create a new document." ma:contentTypeScope="" ma:versionID="f22fdc0a5eb19c24c1d4226c4759b120">
  <xsd:schema xmlns:xsd="http://www.w3.org/2001/XMLSchema" xmlns:xs="http://www.w3.org/2001/XMLSchema" xmlns:p="http://schemas.microsoft.com/office/2006/metadata/properties" xmlns:ns2="8b67d89f-5e51-4b63-abb4-b71511bb9038" xmlns:ns3="0bdf3587-f372-495b-8f78-9f03a1837619" targetNamespace="http://schemas.microsoft.com/office/2006/metadata/properties" ma:root="true" ma:fieldsID="6173040351e23078a03598bb51271c89" ns2:_="" ns3:_="">
    <xsd:import namespace="8b67d89f-5e51-4b63-abb4-b71511bb9038"/>
    <xsd:import namespace="0bdf3587-f372-495b-8f78-9f03a18376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67d89f-5e51-4b63-abb4-b71511bb90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1aa3a3b-16dc-47d0-909d-8e39a068fc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df3587-f372-495b-8f78-9f03a183761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2970d7d-af0a-4dd4-9dee-f6e4b095f01d}" ma:internalName="TaxCatchAll" ma:showField="CatchAllData" ma:web="0bdf3587-f372-495b-8f78-9f03a18376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b67d89f-5e51-4b63-abb4-b71511bb9038">
      <Terms xmlns="http://schemas.microsoft.com/office/infopath/2007/PartnerControls"/>
    </lcf76f155ced4ddcb4097134ff3c332f>
    <TaxCatchAll xmlns="0bdf3587-f372-495b-8f78-9f03a1837619" xsi:nil="true"/>
  </documentManagement>
</p:properties>
</file>

<file path=customXml/itemProps1.xml><?xml version="1.0" encoding="utf-8"?>
<ds:datastoreItem xmlns:ds="http://schemas.openxmlformats.org/officeDocument/2006/customXml" ds:itemID="{FCDFF06D-7460-458E-9966-E0691FFBBBE5}"/>
</file>

<file path=customXml/itemProps2.xml><?xml version="1.0" encoding="utf-8"?>
<ds:datastoreItem xmlns:ds="http://schemas.openxmlformats.org/officeDocument/2006/customXml" ds:itemID="{E79B9A19-ED7D-4F23-9332-324D473D287F}"/>
</file>

<file path=customXml/itemProps3.xml><?xml version="1.0" encoding="utf-8"?>
<ds:datastoreItem xmlns:ds="http://schemas.openxmlformats.org/officeDocument/2006/customXml" ds:itemID="{AF003FD6-6330-4928-B52C-D47ED42BFF5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0</Words>
  <Application>Microsoft Macintosh PowerPoint</Application>
  <PresentationFormat>Custom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</vt:lpstr>
      <vt:lpstr>Aptos</vt:lpstr>
      <vt:lpstr>Aptos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 (Dark Theme)</dc:title>
  <cp:lastModifiedBy>Microsoft Office User</cp:lastModifiedBy>
  <cp:revision>4</cp:revision>
  <dcterms:created xsi:type="dcterms:W3CDTF">2006-08-16T00:00:00Z</dcterms:created>
  <dcterms:modified xsi:type="dcterms:W3CDTF">2025-06-06T12:12:04Z</dcterms:modified>
  <dc:identifier>DAGpUYzFQvg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0x010100B55E2CD4EF100940B8605FB6CFC2A139</vt:lpwstr>
  </property>
</Properties>
</file>